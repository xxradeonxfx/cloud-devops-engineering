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1333" y="933450"/>
            <a:ext cx="610133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 for ML Engineers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215537" y="3105150"/>
            <a:ext cx="47127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1500"/>
              </a:spcBef>
              <a:buNone/>
            </a:pPr>
            <a:r>
              <a:rPr lang="en-US" sz="225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1-4: From Code to Container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243557" y="3905250"/>
            <a:ext cx="2656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 Analysis API Project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5528119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(Days 1-4)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323975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323975"/>
            <a:ext cx="0" cy="76200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2450" y="14954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9017" y="15716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3950" y="1457325"/>
            <a:ext cx="14213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ML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3950" y="1762125"/>
            <a:ext cx="14213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 classification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257425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57425"/>
            <a:ext cx="0" cy="76200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4288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9017" y="25050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3950" y="2390775"/>
            <a:ext cx="1383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FastAPI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23950" y="2695575"/>
            <a:ext cx="138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RESTful API endpoints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3190875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3190875"/>
            <a:ext cx="0" cy="76200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450" y="336232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9017" y="343852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3950" y="3324225"/>
            <a:ext cx="12958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Database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3950" y="3629025"/>
            <a:ext cx="12958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storage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1000" y="4124325"/>
            <a:ext cx="8382000" cy="7620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0050" y="4124325"/>
            <a:ext cx="0" cy="76200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450" y="4295775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09017" y="4371975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3950" y="4257675"/>
            <a:ext cx="13425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Dockerize App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23950" y="4562475"/>
            <a:ext cx="13425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deployment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1000" y="4762500"/>
            <a:ext cx="17237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Interview-ready project in 4 hours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954905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1: Train ML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485900"/>
            <a:ext cx="19722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4310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text sentiment: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286000"/>
            <a:ext cx="38481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 😊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😞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Neutral 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" y="3352800"/>
            <a:ext cx="19722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3810000"/>
            <a:ext cx="38481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scikit-learn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joblib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57700" y="1226046"/>
            <a:ext cx="4305300" cy="3720108"/>
          </a:xfrm>
          <a:prstGeom prst="roundRect">
            <a:avLst>
              <a:gd name="adj" fmla="val 204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6300" y="1454646"/>
            <a:ext cx="3925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Process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686300" y="1911846"/>
            <a:ext cx="38481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sample data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Vectorize text (TF-IDF)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LogisticRegression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model + vectorizer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predictions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6300" y="3626346"/>
            <a:ext cx="39250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Functions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686300" y="4083546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fit_transform()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86300" y="4313932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686300" y="4544318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81000" y="4762500"/>
            <a:ext cx="1195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~40 lines of code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605147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2: Build FastAPI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508820"/>
            <a:ext cx="19625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66020"/>
            <a:ext cx="3829050" cy="720030"/>
          </a:xfrm>
          <a:prstGeom prst="roundRect">
            <a:avLst>
              <a:gd name="adj" fmla="val 793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208032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5300" y="2385120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status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762250"/>
            <a:ext cx="3829050" cy="720030"/>
          </a:xfrm>
          <a:prstGeom prst="roundRect">
            <a:avLst>
              <a:gd name="adj" fmla="val 793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287655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/predict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5300" y="3181350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sentiment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672780"/>
            <a:ext cx="19625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1000" y="4091880"/>
            <a:ext cx="3829050" cy="571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Pydantic validation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responses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76750" y="1333500"/>
            <a:ext cx="4286250" cy="3505200"/>
          </a:xfrm>
          <a:prstGeom prst="roundRect">
            <a:avLst>
              <a:gd name="adj" fmla="val 217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05350" y="1562100"/>
            <a:ext cx="3905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705350" y="2057400"/>
            <a:ext cx="38290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saved models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request schema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predict endpoint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input text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prediction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05350" y="3733800"/>
            <a:ext cx="3905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It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4705350" y="4191000"/>
            <a:ext cx="38290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1550" y="4267200"/>
            <a:ext cx="3750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localhost:8000/docs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1000" y="4762500"/>
            <a:ext cx="1195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~60 lines of 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663440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3: Add Database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468785"/>
            <a:ext cx="19625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Store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25985"/>
            <a:ext cx="382905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text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Predicted sentiment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score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ID (optional)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3602385"/>
            <a:ext cx="19625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Endpoint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4021485"/>
            <a:ext cx="3829050" cy="720030"/>
          </a:xfrm>
          <a:prstGeom prst="roundRect">
            <a:avLst>
              <a:gd name="adj" fmla="val 7937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4135785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/history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5300" y="4440585"/>
            <a:ext cx="36724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predictions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76750" y="1378446"/>
            <a:ext cx="4286250" cy="3453408"/>
          </a:xfrm>
          <a:prstGeom prst="roundRect">
            <a:avLst>
              <a:gd name="adj" fmla="val 220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05350" y="1607046"/>
            <a:ext cx="3905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SQLite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705350" y="2102346"/>
            <a:ext cx="38290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Python sqlite3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extra dependencies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file storage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for prototypes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05350" y="3512046"/>
            <a:ext cx="3905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Functions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705350" y="3969246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create_table()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705350" y="4199632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save_prediction()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05350" y="4430018"/>
            <a:ext cx="3905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get_history()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81000" y="4762500"/>
            <a:ext cx="1195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~30 lines of code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799457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4: Dockerize App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447800"/>
            <a:ext cx="19625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Docker?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05000"/>
            <a:ext cx="382905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anywhere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dependency issues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 deployment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3352800"/>
            <a:ext cx="19625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3771900"/>
            <a:ext cx="3829050" cy="4572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867150"/>
            <a:ext cx="3711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build -t sentiment-api 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1000" y="4305300"/>
            <a:ext cx="3829050" cy="4572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4400550"/>
            <a:ext cx="37113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run -p 8000:8000 sentiment-api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76750" y="1219200"/>
            <a:ext cx="4286250" cy="3771900"/>
          </a:xfrm>
          <a:prstGeom prst="roundRect">
            <a:avLst>
              <a:gd name="adj" fmla="val 2020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05350" y="1447800"/>
            <a:ext cx="3905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 Steps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705350" y="1943100"/>
            <a:ext cx="3829050" cy="2095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python:3.10-slim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working directory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requirements.txt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dependencies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application files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Expose port 8000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uvicorn command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05350" y="4267200"/>
            <a:ext cx="382905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3646" y="4381500"/>
            <a:ext cx="3672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10 lines!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1000" y="4762500"/>
            <a:ext cx="17152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ML API now runs anywhere!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5042345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409700"/>
            <a:ext cx="4267200" cy="3352800"/>
          </a:xfrm>
          <a:prstGeom prst="roundRect">
            <a:avLst>
              <a:gd name="adj" fmla="val 2273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638300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Files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09600" y="2133600"/>
            <a:ext cx="3810000" cy="2400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train_model.py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app.py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database.py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requirements.txt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sentiment_model.pkl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vectorizer.pkl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predictions.db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53000" y="1169789"/>
            <a:ext cx="19528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3000" y="1626989"/>
            <a:ext cx="3810000" cy="758130"/>
          </a:xfrm>
          <a:prstGeom prst="roundRect">
            <a:avLst>
              <a:gd name="adj" fmla="val 753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86350" y="1760339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train_model.py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86350" y="2065139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~40 lines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3000" y="2499420"/>
            <a:ext cx="3810000" cy="758130"/>
          </a:xfrm>
          <a:prstGeom prst="roundRect">
            <a:avLst>
              <a:gd name="adj" fmla="val 753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86350" y="263277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86350" y="2937570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~60 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3000" y="3371850"/>
            <a:ext cx="3810000" cy="758130"/>
          </a:xfrm>
          <a:prstGeom prst="roundRect">
            <a:avLst>
              <a:gd name="adj" fmla="val 753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86350" y="350520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database.py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86350" y="3810000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~30 lines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53000" y="4244280"/>
            <a:ext cx="3810000" cy="758130"/>
          </a:xfrm>
          <a:prstGeom prst="roundRect">
            <a:avLst>
              <a:gd name="adj" fmla="val 753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86350" y="4377630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86350" y="4682430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 lines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4762500"/>
            <a:ext cx="17788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~140 lines - Interview-ready!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4478845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600" dirty="0"/>
          </a:p>
        </p:txBody>
      </p:sp>
      <p:pic>
        <p:nvPicPr>
          <p:cNvPr id="3" name="Image 0" descr="/tmp/rasterized-gradient-e12c7d7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282303"/>
            <a:ext cx="8382000" cy="773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2450" y="1453753"/>
            <a:ext cx="819988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Simple ML Model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52450" y="1697534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lines to train and save</a:t>
            </a:r>
            <a:endParaRPr lang="en-US" sz="1050" dirty="0"/>
          </a:p>
        </p:txBody>
      </p:sp>
      <p:pic>
        <p:nvPicPr>
          <p:cNvPr id="6" name="Image 1" descr="/tmp/rasterized-gradient-21a313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27064"/>
            <a:ext cx="8382000" cy="7733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2450" y="2398514"/>
            <a:ext cx="819988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RESTful API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52450" y="2642295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Auto-docs and validation</a:t>
            </a:r>
            <a:endParaRPr lang="en-US" sz="1050" dirty="0"/>
          </a:p>
        </p:txBody>
      </p:sp>
      <p:pic>
        <p:nvPicPr>
          <p:cNvPr id="9" name="Image 2" descr="/tmp/rasterized-gradient-4af9d29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171825"/>
            <a:ext cx="8382000" cy="7733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2450" y="3343275"/>
            <a:ext cx="819988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Database Storage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52450" y="3587055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Python sqlite3</a:t>
            </a:r>
            <a:endParaRPr lang="en-US" sz="1050" dirty="0"/>
          </a:p>
        </p:txBody>
      </p:sp>
      <p:pic>
        <p:nvPicPr>
          <p:cNvPr id="12" name="Image 3" descr="/tmp/rasterized-gradient-e6fa34d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116586"/>
            <a:ext cx="8382000" cy="7733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2450" y="4288036"/>
            <a:ext cx="819988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Docker Container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52450" y="4531816"/>
            <a:ext cx="81998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anywhere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381000" y="4762500"/>
            <a:ext cx="14322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in 4 hours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500" y="266700"/>
            <a:ext cx="5596128" cy="45720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Next? (Days 5-15)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2114550"/>
            <a:ext cx="19722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Coming Soon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571750"/>
            <a:ext cx="38481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5: Docker Compose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6-7: Kubernetes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8-9: Terraform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10-13: CI/CD Pipeline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14-15: Monitoring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57700" y="1996380"/>
            <a:ext cx="4305300" cy="2179290"/>
          </a:xfrm>
          <a:prstGeom prst="roundRect">
            <a:avLst>
              <a:gd name="adj" fmla="val 349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7819" y="2224980"/>
            <a:ext cx="39250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 Goal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86300" y="2765971"/>
            <a:ext cx="3848100" cy="11811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CI/CD pipeline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Auto-deploy to cloud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monitoring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DevOps portfolio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4762500"/>
            <a:ext cx="2034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local dev to production in 15 days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for ML Engineers - Days 1-4</dc:title>
  <dc:subject>PptxGenJS Presentation</dc:subject>
  <dc:creator>DevOps Training</dc:creator>
  <cp:lastModifiedBy>DevOps Training</cp:lastModifiedBy>
  <cp:revision>1</cp:revision>
  <dcterms:created xsi:type="dcterms:W3CDTF">2025-12-07T10:48:58Z</dcterms:created>
  <dcterms:modified xsi:type="dcterms:W3CDTF">2025-12-07T10:48:58Z</dcterms:modified>
</cp:coreProperties>
</file>